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"/>
  </p:notesMasterIdLst>
  <p:sldIdLst>
    <p:sldId id="257" r:id="rId2"/>
    <p:sldId id="258" r:id="rId3"/>
  </p:sldIdLst>
  <p:sldSz cx="14076363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2D2D66-AE0F-45B9-AB45-6A59B76D0CA2}" v="4" dt="2026-08-26T16:55:17.4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90" autoAdjust="0"/>
    <p:restoredTop sz="94660"/>
  </p:normalViewPr>
  <p:slideViewPr>
    <p:cSldViewPr snapToGrid="0">
      <p:cViewPr varScale="1">
        <p:scale>
          <a:sx n="54" d="100"/>
          <a:sy n="54" d="100"/>
        </p:scale>
        <p:origin x="102" y="16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tala Harshini" userId="f78bd9b3699b5bda" providerId="LiveId" clId="{674AFC80-9C84-4C11-A724-312314412E19}"/>
    <pc:docChg chg="addSld modSld modMainMaster modNotesMaster">
      <pc:chgData name="Chintala Harshini" userId="f78bd9b3699b5bda" providerId="LiveId" clId="{674AFC80-9C84-4C11-A724-312314412E19}" dt="2026-08-26T16:55:34.671" v="27" actId="14100"/>
      <pc:docMkLst>
        <pc:docMk/>
      </pc:docMkLst>
      <pc:sldChg chg="modSp modNotes">
        <pc:chgData name="Chintala Harshini" userId="f78bd9b3699b5bda" providerId="LiveId" clId="{674AFC80-9C84-4C11-A724-312314412E19}" dt="2026-08-26T16:53:04.452" v="10"/>
        <pc:sldMkLst>
          <pc:docMk/>
          <pc:sldMk cId="1922720939" sldId="257"/>
        </pc:sldMkLst>
        <pc:spChg chg="mod">
          <ac:chgData name="Chintala Harshini" userId="f78bd9b3699b5bda" providerId="LiveId" clId="{674AFC80-9C84-4C11-A724-312314412E19}" dt="2026-08-26T16:53:04.452" v="10"/>
          <ac:spMkLst>
            <pc:docMk/>
            <pc:sldMk cId="1922720939" sldId="257"/>
            <ac:spMk id="10" creationId="{38610519-E7B2-867D-A9A8-AEBC2012F7E3}"/>
          </ac:spMkLst>
        </pc:spChg>
        <pc:spChg chg="mod">
          <ac:chgData name="Chintala Harshini" userId="f78bd9b3699b5bda" providerId="LiveId" clId="{674AFC80-9C84-4C11-A724-312314412E19}" dt="2026-08-26T16:53:04.452" v="10"/>
          <ac:spMkLst>
            <pc:docMk/>
            <pc:sldMk cId="1922720939" sldId="257"/>
            <ac:spMk id="12" creationId="{77E4F670-821A-6AF0-A7DB-3B0294AE0538}"/>
          </ac:spMkLst>
        </pc:spChg>
        <pc:spChg chg="mod">
          <ac:chgData name="Chintala Harshini" userId="f78bd9b3699b5bda" providerId="LiveId" clId="{674AFC80-9C84-4C11-A724-312314412E19}" dt="2026-08-26T16:53:04.452" v="10"/>
          <ac:spMkLst>
            <pc:docMk/>
            <pc:sldMk cId="1922720939" sldId="257"/>
            <ac:spMk id="13" creationId="{4BFFAC4E-8C19-07B1-ED52-82DB9D774C9B}"/>
          </ac:spMkLst>
        </pc:spChg>
        <pc:spChg chg="mod">
          <ac:chgData name="Chintala Harshini" userId="f78bd9b3699b5bda" providerId="LiveId" clId="{674AFC80-9C84-4C11-A724-312314412E19}" dt="2026-08-26T16:53:04.452" v="10"/>
          <ac:spMkLst>
            <pc:docMk/>
            <pc:sldMk cId="1922720939" sldId="257"/>
            <ac:spMk id="14" creationId="{75C72813-C917-0005-F5AE-6F116F35A08E}"/>
          </ac:spMkLst>
        </pc:spChg>
        <pc:picChg chg="mod">
          <ac:chgData name="Chintala Harshini" userId="f78bd9b3699b5bda" providerId="LiveId" clId="{674AFC80-9C84-4C11-A724-312314412E19}" dt="2026-08-26T16:53:04.452" v="10"/>
          <ac:picMkLst>
            <pc:docMk/>
            <pc:sldMk cId="1922720939" sldId="257"/>
            <ac:picMk id="3" creationId="{702D2A92-6A72-212A-BFBA-9831ADE55A4B}"/>
          </ac:picMkLst>
        </pc:picChg>
        <pc:picChg chg="mod">
          <ac:chgData name="Chintala Harshini" userId="f78bd9b3699b5bda" providerId="LiveId" clId="{674AFC80-9C84-4C11-A724-312314412E19}" dt="2026-08-26T16:53:04.452" v="10"/>
          <ac:picMkLst>
            <pc:docMk/>
            <pc:sldMk cId="1922720939" sldId="257"/>
            <ac:picMk id="5" creationId="{5E89EEBB-1D83-14D1-C2C3-9844A74F6E43}"/>
          </ac:picMkLst>
        </pc:picChg>
        <pc:picChg chg="mod">
          <ac:chgData name="Chintala Harshini" userId="f78bd9b3699b5bda" providerId="LiveId" clId="{674AFC80-9C84-4C11-A724-312314412E19}" dt="2026-08-26T16:53:04.452" v="10"/>
          <ac:picMkLst>
            <pc:docMk/>
            <pc:sldMk cId="1922720939" sldId="257"/>
            <ac:picMk id="7" creationId="{3EC91ABF-EF4F-0268-33D4-8A9CAC1F4B5F}"/>
          </ac:picMkLst>
        </pc:picChg>
        <pc:picChg chg="mod">
          <ac:chgData name="Chintala Harshini" userId="f78bd9b3699b5bda" providerId="LiveId" clId="{674AFC80-9C84-4C11-A724-312314412E19}" dt="2026-08-26T16:53:04.452" v="10"/>
          <ac:picMkLst>
            <pc:docMk/>
            <pc:sldMk cId="1922720939" sldId="257"/>
            <ac:picMk id="9" creationId="{B62F4E6B-22C1-5C38-FC4D-F09BE2091A82}"/>
          </ac:picMkLst>
        </pc:picChg>
      </pc:sldChg>
      <pc:sldChg chg="addSp modSp new mod modNotes">
        <pc:chgData name="Chintala Harshini" userId="f78bd9b3699b5bda" providerId="LiveId" clId="{674AFC80-9C84-4C11-A724-312314412E19}" dt="2026-08-26T16:55:34.671" v="27" actId="14100"/>
        <pc:sldMkLst>
          <pc:docMk/>
          <pc:sldMk cId="4023131356" sldId="258"/>
        </pc:sldMkLst>
        <pc:picChg chg="add mod">
          <ac:chgData name="Chintala Harshini" userId="f78bd9b3699b5bda" providerId="LiveId" clId="{674AFC80-9C84-4C11-A724-312314412E19}" dt="2026-08-26T16:55:30.031" v="26" actId="14100"/>
          <ac:picMkLst>
            <pc:docMk/>
            <pc:sldMk cId="4023131356" sldId="258"/>
            <ac:picMk id="3" creationId="{3319336B-E2A3-4213-F53A-92334D9F5840}"/>
          </ac:picMkLst>
        </pc:picChg>
        <pc:picChg chg="add mod">
          <ac:chgData name="Chintala Harshini" userId="f78bd9b3699b5bda" providerId="LiveId" clId="{674AFC80-9C84-4C11-A724-312314412E19}" dt="2026-08-26T16:55:34.671" v="27" actId="14100"/>
          <ac:picMkLst>
            <pc:docMk/>
            <pc:sldMk cId="4023131356" sldId="258"/>
            <ac:picMk id="5" creationId="{1A7665FE-B983-ADA8-7FEB-91234E92CE90}"/>
          </ac:picMkLst>
        </pc:picChg>
      </pc:sldChg>
      <pc:sldMasterChg chg="modSp modSldLayout">
        <pc:chgData name="Chintala Harshini" userId="f78bd9b3699b5bda" providerId="LiveId" clId="{674AFC80-9C84-4C11-A724-312314412E19}" dt="2026-08-26T16:52:52.425" v="7"/>
        <pc:sldMasterMkLst>
          <pc:docMk/>
          <pc:sldMasterMk cId="3435216907" sldId="2147483648"/>
        </pc:sldMasterMkLst>
        <pc:spChg chg="mod">
          <ac:chgData name="Chintala Harshini" userId="f78bd9b3699b5bda" providerId="LiveId" clId="{674AFC80-9C84-4C11-A724-312314412E19}" dt="2026-08-26T16:52:52.425" v="7"/>
          <ac:spMkLst>
            <pc:docMk/>
            <pc:sldMasterMk cId="3435216907" sldId="2147483648"/>
            <ac:spMk id="2" creationId="{D727A804-B91B-458D-6ECE-447446D72350}"/>
          </ac:spMkLst>
        </pc:spChg>
        <pc:spChg chg="mod">
          <ac:chgData name="Chintala Harshini" userId="f78bd9b3699b5bda" providerId="LiveId" clId="{674AFC80-9C84-4C11-A724-312314412E19}" dt="2026-08-26T16:52:52.425" v="7"/>
          <ac:spMkLst>
            <pc:docMk/>
            <pc:sldMasterMk cId="3435216907" sldId="2147483648"/>
            <ac:spMk id="3" creationId="{C1182899-72C2-0F94-76DF-E42FA1274333}"/>
          </ac:spMkLst>
        </pc:spChg>
        <pc:spChg chg="mod">
          <ac:chgData name="Chintala Harshini" userId="f78bd9b3699b5bda" providerId="LiveId" clId="{674AFC80-9C84-4C11-A724-312314412E19}" dt="2026-08-26T16:52:52.425" v="7"/>
          <ac:spMkLst>
            <pc:docMk/>
            <pc:sldMasterMk cId="3435216907" sldId="2147483648"/>
            <ac:spMk id="4" creationId="{2C080E74-FB48-2215-1A2B-C13FE789A909}"/>
          </ac:spMkLst>
        </pc:spChg>
        <pc:spChg chg="mod">
          <ac:chgData name="Chintala Harshini" userId="f78bd9b3699b5bda" providerId="LiveId" clId="{674AFC80-9C84-4C11-A724-312314412E19}" dt="2026-08-26T16:52:52.425" v="7"/>
          <ac:spMkLst>
            <pc:docMk/>
            <pc:sldMasterMk cId="3435216907" sldId="2147483648"/>
            <ac:spMk id="5" creationId="{3843554D-998E-0FF5-DCC2-F0FB75664D69}"/>
          </ac:spMkLst>
        </pc:spChg>
        <pc:spChg chg="mod">
          <ac:chgData name="Chintala Harshini" userId="f78bd9b3699b5bda" providerId="LiveId" clId="{674AFC80-9C84-4C11-A724-312314412E19}" dt="2026-08-26T16:52:52.425" v="7"/>
          <ac:spMkLst>
            <pc:docMk/>
            <pc:sldMasterMk cId="3435216907" sldId="2147483648"/>
            <ac:spMk id="6" creationId="{131C0119-780B-7136-126B-7BC3D50EDAD5}"/>
          </ac:spMkLst>
        </pc:spChg>
        <pc:sldLayoutChg chg="modSp">
          <pc:chgData name="Chintala Harshini" userId="f78bd9b3699b5bda" providerId="LiveId" clId="{674AFC80-9C84-4C11-A724-312314412E19}" dt="2026-08-26T16:52:52.425" v="7"/>
          <pc:sldLayoutMkLst>
            <pc:docMk/>
            <pc:sldMasterMk cId="3435216907" sldId="2147483648"/>
            <pc:sldLayoutMk cId="780408174" sldId="2147483649"/>
          </pc:sldLayoutMkLst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780408174" sldId="2147483649"/>
              <ac:spMk id="2" creationId="{C1FFB4B3-7D7D-5462-8949-D96715F59267}"/>
            </ac:spMkLst>
          </pc:spChg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780408174" sldId="2147483649"/>
              <ac:spMk id="3" creationId="{9B0E5C85-6BCB-F586-4627-386B6CD20BDE}"/>
            </ac:spMkLst>
          </pc:spChg>
        </pc:sldLayoutChg>
        <pc:sldLayoutChg chg="modSp">
          <pc:chgData name="Chintala Harshini" userId="f78bd9b3699b5bda" providerId="LiveId" clId="{674AFC80-9C84-4C11-A724-312314412E19}" dt="2026-08-26T16:52:52.425" v="7"/>
          <pc:sldLayoutMkLst>
            <pc:docMk/>
            <pc:sldMasterMk cId="3435216907" sldId="2147483648"/>
            <pc:sldLayoutMk cId="3858460022" sldId="2147483651"/>
          </pc:sldLayoutMkLst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3858460022" sldId="2147483651"/>
              <ac:spMk id="2" creationId="{EC08EABF-451F-E380-B612-21D5BB4A6FFD}"/>
            </ac:spMkLst>
          </pc:spChg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3858460022" sldId="2147483651"/>
              <ac:spMk id="3" creationId="{ED9FF6C1-C9AB-3222-1297-11C36A5BD4A1}"/>
            </ac:spMkLst>
          </pc:spChg>
        </pc:sldLayoutChg>
        <pc:sldLayoutChg chg="modSp">
          <pc:chgData name="Chintala Harshini" userId="f78bd9b3699b5bda" providerId="LiveId" clId="{674AFC80-9C84-4C11-A724-312314412E19}" dt="2026-08-26T16:52:52.425" v="7"/>
          <pc:sldLayoutMkLst>
            <pc:docMk/>
            <pc:sldMasterMk cId="3435216907" sldId="2147483648"/>
            <pc:sldLayoutMk cId="974741440" sldId="2147483652"/>
          </pc:sldLayoutMkLst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974741440" sldId="2147483652"/>
              <ac:spMk id="3" creationId="{CACBCDDA-EAE7-A677-E4ED-1879A92D84C9}"/>
            </ac:spMkLst>
          </pc:spChg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974741440" sldId="2147483652"/>
              <ac:spMk id="4" creationId="{196B52C1-0357-DB61-4BE0-E0137C2D7A67}"/>
            </ac:spMkLst>
          </pc:spChg>
        </pc:sldLayoutChg>
        <pc:sldLayoutChg chg="modSp">
          <pc:chgData name="Chintala Harshini" userId="f78bd9b3699b5bda" providerId="LiveId" clId="{674AFC80-9C84-4C11-A724-312314412E19}" dt="2026-08-26T16:52:52.425" v="7"/>
          <pc:sldLayoutMkLst>
            <pc:docMk/>
            <pc:sldMasterMk cId="3435216907" sldId="2147483648"/>
            <pc:sldLayoutMk cId="2722759361" sldId="2147483653"/>
          </pc:sldLayoutMkLst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2722759361" sldId="2147483653"/>
              <ac:spMk id="2" creationId="{71779D56-544B-6153-40EE-E4ECABE90EC6}"/>
            </ac:spMkLst>
          </pc:spChg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2722759361" sldId="2147483653"/>
              <ac:spMk id="3" creationId="{C28B7909-B5A7-AD57-728F-D192F85361E6}"/>
            </ac:spMkLst>
          </pc:spChg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2722759361" sldId="2147483653"/>
              <ac:spMk id="4" creationId="{150C5429-3301-DAF4-4519-BA5936FCBE9E}"/>
            </ac:spMkLst>
          </pc:spChg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2722759361" sldId="2147483653"/>
              <ac:spMk id="5" creationId="{94BB5C34-22A9-ED20-C9AC-75CC091C5CDB}"/>
            </ac:spMkLst>
          </pc:spChg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2722759361" sldId="2147483653"/>
              <ac:spMk id="6" creationId="{BC2005A6-862C-B08E-9892-C49E893E9977}"/>
            </ac:spMkLst>
          </pc:spChg>
        </pc:sldLayoutChg>
        <pc:sldLayoutChg chg="modSp">
          <pc:chgData name="Chintala Harshini" userId="f78bd9b3699b5bda" providerId="LiveId" clId="{674AFC80-9C84-4C11-A724-312314412E19}" dt="2026-08-26T16:52:52.425" v="7"/>
          <pc:sldLayoutMkLst>
            <pc:docMk/>
            <pc:sldMasterMk cId="3435216907" sldId="2147483648"/>
            <pc:sldLayoutMk cId="3826920471" sldId="2147483656"/>
          </pc:sldLayoutMkLst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3826920471" sldId="2147483656"/>
              <ac:spMk id="2" creationId="{EE3DFBFD-8030-4E8C-8845-F145A18A5279}"/>
            </ac:spMkLst>
          </pc:spChg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3826920471" sldId="2147483656"/>
              <ac:spMk id="3" creationId="{BAB2D46D-D4A2-E5A8-46DD-80C3EFF8F41C}"/>
            </ac:spMkLst>
          </pc:spChg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3826920471" sldId="2147483656"/>
              <ac:spMk id="4" creationId="{05819732-8E55-12D9-4DE4-F51F887812A1}"/>
            </ac:spMkLst>
          </pc:spChg>
        </pc:sldLayoutChg>
        <pc:sldLayoutChg chg="modSp">
          <pc:chgData name="Chintala Harshini" userId="f78bd9b3699b5bda" providerId="LiveId" clId="{674AFC80-9C84-4C11-A724-312314412E19}" dt="2026-08-26T16:52:52.425" v="7"/>
          <pc:sldLayoutMkLst>
            <pc:docMk/>
            <pc:sldMasterMk cId="3435216907" sldId="2147483648"/>
            <pc:sldLayoutMk cId="1648994426" sldId="2147483657"/>
          </pc:sldLayoutMkLst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1648994426" sldId="2147483657"/>
              <ac:spMk id="2" creationId="{3E33CF5A-41D3-D1DD-8338-7CFCC4EE7710}"/>
            </ac:spMkLst>
          </pc:spChg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1648994426" sldId="2147483657"/>
              <ac:spMk id="3" creationId="{44314CAF-4467-2095-77E1-51EBE3D7C229}"/>
            </ac:spMkLst>
          </pc:spChg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1648994426" sldId="2147483657"/>
              <ac:spMk id="4" creationId="{43979920-4AF0-F967-8014-8EB33E6DFFD1}"/>
            </ac:spMkLst>
          </pc:spChg>
        </pc:sldLayoutChg>
        <pc:sldLayoutChg chg="modSp">
          <pc:chgData name="Chintala Harshini" userId="f78bd9b3699b5bda" providerId="LiveId" clId="{674AFC80-9C84-4C11-A724-312314412E19}" dt="2026-08-26T16:52:52.425" v="7"/>
          <pc:sldLayoutMkLst>
            <pc:docMk/>
            <pc:sldMasterMk cId="3435216907" sldId="2147483648"/>
            <pc:sldLayoutMk cId="4104536549" sldId="2147483659"/>
          </pc:sldLayoutMkLst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4104536549" sldId="2147483659"/>
              <ac:spMk id="2" creationId="{B32D79E3-429E-99A4-6815-0DF10DA623E8}"/>
            </ac:spMkLst>
          </pc:spChg>
          <pc:spChg chg="mod">
            <ac:chgData name="Chintala Harshini" userId="f78bd9b3699b5bda" providerId="LiveId" clId="{674AFC80-9C84-4C11-A724-312314412E19}" dt="2026-08-26T16:52:52.425" v="7"/>
            <ac:spMkLst>
              <pc:docMk/>
              <pc:sldMasterMk cId="3435216907" sldId="2147483648"/>
              <pc:sldLayoutMk cId="4104536549" sldId="2147483659"/>
              <ac:spMk id="3" creationId="{F822C652-42F9-0B6E-BF36-5FB1A87F0A63}"/>
            </ac:spMkLst>
          </pc:spChg>
        </pc:sldLayoutChg>
      </pc:sldMasterChg>
      <pc:sldMasterChg chg="modSp modSldLayout">
        <pc:chgData name="Chintala Harshini" userId="f78bd9b3699b5bda" providerId="LiveId" clId="{674AFC80-9C84-4C11-A724-312314412E19}" dt="2026-08-26T16:53:04.452" v="10"/>
        <pc:sldMasterMkLst>
          <pc:docMk/>
          <pc:sldMasterMk cId="3091832687" sldId="2147483660"/>
        </pc:sldMasterMkLst>
        <pc:spChg chg="mod">
          <ac:chgData name="Chintala Harshini" userId="f78bd9b3699b5bda" providerId="LiveId" clId="{674AFC80-9C84-4C11-A724-312314412E19}" dt="2026-08-26T16:53:04.452" v="10"/>
          <ac:spMkLst>
            <pc:docMk/>
            <pc:sldMasterMk cId="3091832687" sldId="2147483660"/>
            <ac:spMk id="2" creationId="{00000000-0000-0000-0000-000000000000}"/>
          </ac:spMkLst>
        </pc:spChg>
        <pc:spChg chg="mod">
          <ac:chgData name="Chintala Harshini" userId="f78bd9b3699b5bda" providerId="LiveId" clId="{674AFC80-9C84-4C11-A724-312314412E19}" dt="2026-08-26T16:53:04.452" v="10"/>
          <ac:spMkLst>
            <pc:docMk/>
            <pc:sldMasterMk cId="3091832687" sldId="2147483660"/>
            <ac:spMk id="3" creationId="{00000000-0000-0000-0000-000000000000}"/>
          </ac:spMkLst>
        </pc:spChg>
        <pc:spChg chg="mod">
          <ac:chgData name="Chintala Harshini" userId="f78bd9b3699b5bda" providerId="LiveId" clId="{674AFC80-9C84-4C11-A724-312314412E19}" dt="2026-08-26T16:53:04.452" v="10"/>
          <ac:spMkLst>
            <pc:docMk/>
            <pc:sldMasterMk cId="3091832687" sldId="2147483660"/>
            <ac:spMk id="4" creationId="{00000000-0000-0000-0000-000000000000}"/>
          </ac:spMkLst>
        </pc:spChg>
        <pc:spChg chg="mod">
          <ac:chgData name="Chintala Harshini" userId="f78bd9b3699b5bda" providerId="LiveId" clId="{674AFC80-9C84-4C11-A724-312314412E19}" dt="2026-08-26T16:53:04.452" v="10"/>
          <ac:spMkLst>
            <pc:docMk/>
            <pc:sldMasterMk cId="3091832687" sldId="2147483660"/>
            <ac:spMk id="5" creationId="{00000000-0000-0000-0000-000000000000}"/>
          </ac:spMkLst>
        </pc:spChg>
        <pc:spChg chg="mod">
          <ac:chgData name="Chintala Harshini" userId="f78bd9b3699b5bda" providerId="LiveId" clId="{674AFC80-9C84-4C11-A724-312314412E19}" dt="2026-08-26T16:53:04.452" v="10"/>
          <ac:spMkLst>
            <pc:docMk/>
            <pc:sldMasterMk cId="3091832687" sldId="2147483660"/>
            <ac:spMk id="6" creationId="{00000000-0000-0000-0000-000000000000}"/>
          </ac:spMkLst>
        </pc:spChg>
        <pc:sldLayoutChg chg="modSp">
          <pc:chgData name="Chintala Harshini" userId="f78bd9b3699b5bda" providerId="LiveId" clId="{674AFC80-9C84-4C11-A724-312314412E19}" dt="2026-08-26T16:53:04.452" v="10"/>
          <pc:sldLayoutMkLst>
            <pc:docMk/>
            <pc:sldMasterMk cId="3091832687" sldId="2147483660"/>
            <pc:sldLayoutMk cId="3248187645" sldId="2147483661"/>
          </pc:sldLayoutMkLst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3248187645" sldId="2147483661"/>
              <ac:spMk id="2" creationId="{00000000-0000-0000-0000-000000000000}"/>
            </ac:spMkLst>
          </pc:spChg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3248187645" sldId="2147483661"/>
              <ac:spMk id="3" creationId="{00000000-0000-0000-0000-000000000000}"/>
            </ac:spMkLst>
          </pc:spChg>
        </pc:sldLayoutChg>
        <pc:sldLayoutChg chg="modSp">
          <pc:chgData name="Chintala Harshini" userId="f78bd9b3699b5bda" providerId="LiveId" clId="{674AFC80-9C84-4C11-A724-312314412E19}" dt="2026-08-26T16:53:04.452" v="10"/>
          <pc:sldLayoutMkLst>
            <pc:docMk/>
            <pc:sldMasterMk cId="3091832687" sldId="2147483660"/>
            <pc:sldLayoutMk cId="2944515476" sldId="2147483663"/>
          </pc:sldLayoutMkLst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2944515476" sldId="2147483663"/>
              <ac:spMk id="2" creationId="{00000000-0000-0000-0000-000000000000}"/>
            </ac:spMkLst>
          </pc:spChg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2944515476" sldId="2147483663"/>
              <ac:spMk id="3" creationId="{00000000-0000-0000-0000-000000000000}"/>
            </ac:spMkLst>
          </pc:spChg>
        </pc:sldLayoutChg>
        <pc:sldLayoutChg chg="modSp">
          <pc:chgData name="Chintala Harshini" userId="f78bd9b3699b5bda" providerId="LiveId" clId="{674AFC80-9C84-4C11-A724-312314412E19}" dt="2026-08-26T16:53:04.452" v="10"/>
          <pc:sldLayoutMkLst>
            <pc:docMk/>
            <pc:sldMasterMk cId="3091832687" sldId="2147483660"/>
            <pc:sldLayoutMk cId="3723884906" sldId="2147483664"/>
          </pc:sldLayoutMkLst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3723884906" sldId="2147483664"/>
              <ac:spMk id="3" creationId="{00000000-0000-0000-0000-000000000000}"/>
            </ac:spMkLst>
          </pc:spChg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3723884906" sldId="2147483664"/>
              <ac:spMk id="4" creationId="{00000000-0000-0000-0000-000000000000}"/>
            </ac:spMkLst>
          </pc:spChg>
        </pc:sldLayoutChg>
        <pc:sldLayoutChg chg="modSp">
          <pc:chgData name="Chintala Harshini" userId="f78bd9b3699b5bda" providerId="LiveId" clId="{674AFC80-9C84-4C11-A724-312314412E19}" dt="2026-08-26T16:53:04.452" v="10"/>
          <pc:sldLayoutMkLst>
            <pc:docMk/>
            <pc:sldMasterMk cId="3091832687" sldId="2147483660"/>
            <pc:sldLayoutMk cId="814510020" sldId="2147483665"/>
          </pc:sldLayoutMkLst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814510020" sldId="2147483665"/>
              <ac:spMk id="2" creationId="{00000000-0000-0000-0000-000000000000}"/>
            </ac:spMkLst>
          </pc:spChg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814510020" sldId="2147483665"/>
              <ac:spMk id="3" creationId="{00000000-0000-0000-0000-000000000000}"/>
            </ac:spMkLst>
          </pc:spChg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814510020" sldId="2147483665"/>
              <ac:spMk id="4" creationId="{00000000-0000-0000-0000-000000000000}"/>
            </ac:spMkLst>
          </pc:spChg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814510020" sldId="2147483665"/>
              <ac:spMk id="5" creationId="{00000000-0000-0000-0000-000000000000}"/>
            </ac:spMkLst>
          </pc:spChg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814510020" sldId="2147483665"/>
              <ac:spMk id="6" creationId="{00000000-0000-0000-0000-000000000000}"/>
            </ac:spMkLst>
          </pc:spChg>
        </pc:sldLayoutChg>
        <pc:sldLayoutChg chg="modSp">
          <pc:chgData name="Chintala Harshini" userId="f78bd9b3699b5bda" providerId="LiveId" clId="{674AFC80-9C84-4C11-A724-312314412E19}" dt="2026-08-26T16:53:04.452" v="10"/>
          <pc:sldLayoutMkLst>
            <pc:docMk/>
            <pc:sldMasterMk cId="3091832687" sldId="2147483660"/>
            <pc:sldLayoutMk cId="1695136027" sldId="2147483668"/>
          </pc:sldLayoutMkLst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1695136027" sldId="2147483668"/>
              <ac:spMk id="2" creationId="{00000000-0000-0000-0000-000000000000}"/>
            </ac:spMkLst>
          </pc:spChg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1695136027" sldId="2147483668"/>
              <ac:spMk id="3" creationId="{00000000-0000-0000-0000-000000000000}"/>
            </ac:spMkLst>
          </pc:spChg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1695136027" sldId="2147483668"/>
              <ac:spMk id="4" creationId="{00000000-0000-0000-0000-000000000000}"/>
            </ac:spMkLst>
          </pc:spChg>
        </pc:sldLayoutChg>
        <pc:sldLayoutChg chg="modSp">
          <pc:chgData name="Chintala Harshini" userId="f78bd9b3699b5bda" providerId="LiveId" clId="{674AFC80-9C84-4C11-A724-312314412E19}" dt="2026-08-26T16:53:04.452" v="10"/>
          <pc:sldLayoutMkLst>
            <pc:docMk/>
            <pc:sldMasterMk cId="3091832687" sldId="2147483660"/>
            <pc:sldLayoutMk cId="3241713413" sldId="2147483669"/>
          </pc:sldLayoutMkLst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3241713413" sldId="2147483669"/>
              <ac:spMk id="2" creationId="{00000000-0000-0000-0000-000000000000}"/>
            </ac:spMkLst>
          </pc:spChg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3241713413" sldId="2147483669"/>
              <ac:spMk id="3" creationId="{00000000-0000-0000-0000-000000000000}"/>
            </ac:spMkLst>
          </pc:spChg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3241713413" sldId="2147483669"/>
              <ac:spMk id="4" creationId="{00000000-0000-0000-0000-000000000000}"/>
            </ac:spMkLst>
          </pc:spChg>
        </pc:sldLayoutChg>
        <pc:sldLayoutChg chg="modSp">
          <pc:chgData name="Chintala Harshini" userId="f78bd9b3699b5bda" providerId="LiveId" clId="{674AFC80-9C84-4C11-A724-312314412E19}" dt="2026-08-26T16:53:04.452" v="10"/>
          <pc:sldLayoutMkLst>
            <pc:docMk/>
            <pc:sldMasterMk cId="3091832687" sldId="2147483660"/>
            <pc:sldLayoutMk cId="3874708092" sldId="2147483671"/>
          </pc:sldLayoutMkLst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3874708092" sldId="2147483671"/>
              <ac:spMk id="2" creationId="{00000000-0000-0000-0000-000000000000}"/>
            </ac:spMkLst>
          </pc:spChg>
          <pc:spChg chg="mod">
            <ac:chgData name="Chintala Harshini" userId="f78bd9b3699b5bda" providerId="LiveId" clId="{674AFC80-9C84-4C11-A724-312314412E19}" dt="2026-08-26T16:53:04.452" v="10"/>
            <ac:spMkLst>
              <pc:docMk/>
              <pc:sldMasterMk cId="3091832687" sldId="2147483660"/>
              <pc:sldLayoutMk cId="3874708092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D36EE-BA48-4E6B-8134-1C3EDF8667B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97100" y="857250"/>
            <a:ext cx="4749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B6FEE-0985-42B3-BFBC-581C53961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029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7100" y="857250"/>
            <a:ext cx="4749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B6FEE-0985-42B3-BFBC-581C5396147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011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7100" y="857250"/>
            <a:ext cx="4749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B6FEE-0985-42B3-BFBC-581C5396147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685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546" y="1122363"/>
            <a:ext cx="1055727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546" y="3602038"/>
            <a:ext cx="1055727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A277-F065-4A75-8E66-BBB460B675A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5E26-99C2-4ADD-B72C-C5839E511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542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A277-F065-4A75-8E66-BBB460B675A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5E26-99C2-4ADD-B72C-C5839E511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09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419" y="1709739"/>
            <a:ext cx="1214086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419" y="4589464"/>
            <a:ext cx="1214086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A277-F065-4A75-8E66-BBB460B675A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5E26-99C2-4ADD-B72C-C5839E511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57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7750" y="1825625"/>
            <a:ext cx="598245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6159" y="1825625"/>
            <a:ext cx="598245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A277-F065-4A75-8E66-BBB460B675A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5E26-99C2-4ADD-B72C-C5839E511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665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583" y="365126"/>
            <a:ext cx="12140863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9584" y="1681163"/>
            <a:ext cx="595496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9584" y="2505075"/>
            <a:ext cx="595496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6159" y="1681163"/>
            <a:ext cx="59842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6159" y="2505075"/>
            <a:ext cx="59842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A277-F065-4A75-8E66-BBB460B675A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5E26-99C2-4ADD-B72C-C5839E511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839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A277-F065-4A75-8E66-BBB460B675A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5E26-99C2-4ADD-B72C-C5839E511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31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A277-F065-4A75-8E66-BBB460B675A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5E26-99C2-4ADD-B72C-C5839E511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021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584" y="457200"/>
            <a:ext cx="453999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4288" y="987426"/>
            <a:ext cx="712615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9584" y="2057400"/>
            <a:ext cx="453999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A277-F065-4A75-8E66-BBB460B675A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5E26-99C2-4ADD-B72C-C5839E511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042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584" y="457200"/>
            <a:ext cx="453999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84288" y="987426"/>
            <a:ext cx="712615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9584" y="2057400"/>
            <a:ext cx="453999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A277-F065-4A75-8E66-BBB460B675A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5E26-99C2-4ADD-B72C-C5839E511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687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A277-F065-4A75-8E66-BBB460B675A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5E26-99C2-4ADD-B72C-C5839E511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913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73397" y="365125"/>
            <a:ext cx="303521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7750" y="365125"/>
            <a:ext cx="892969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A277-F065-4A75-8E66-BBB460B675A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5E26-99C2-4ADD-B72C-C5839E511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640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7750" y="365126"/>
            <a:ext cx="1214086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7750" y="1825625"/>
            <a:ext cx="121408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7750" y="6356351"/>
            <a:ext cx="3167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5DA277-F065-4A75-8E66-BBB460B675A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62795" y="6356351"/>
            <a:ext cx="47507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41431" y="6356351"/>
            <a:ext cx="3167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A35E26-99C2-4ADD-B72C-C5839E511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574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2D2A92-6A72-212A-BFBA-9831ADE55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476" y="3278272"/>
            <a:ext cx="4677845" cy="2761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89EEBB-1D83-14D1-C2C3-9844A74F6E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916" y="667178"/>
            <a:ext cx="4356695" cy="26633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C91ABF-EF4F-0268-33D4-8A9CAC1F4B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491" y="667178"/>
            <a:ext cx="4677845" cy="2761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2F4E6B-22C1-5C38-FC4D-F09BE2091A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876" y="3330503"/>
            <a:ext cx="5142183" cy="29006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610519-E7B2-867D-A9A8-AEBC2012F7E3}"/>
              </a:ext>
            </a:extLst>
          </p:cNvPr>
          <p:cNvSpPr txBox="1"/>
          <p:nvPr/>
        </p:nvSpPr>
        <p:spPr>
          <a:xfrm>
            <a:off x="2056606" y="711332"/>
            <a:ext cx="747236" cy="31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71" b="1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4F670-821A-6AF0-A7DB-3B0294AE0538}"/>
              </a:ext>
            </a:extLst>
          </p:cNvPr>
          <p:cNvSpPr txBox="1"/>
          <p:nvPr/>
        </p:nvSpPr>
        <p:spPr>
          <a:xfrm>
            <a:off x="7178491" y="626866"/>
            <a:ext cx="747236" cy="31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71" b="1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FFAC4E-8C19-07B1-ED52-82DB9D774C9B}"/>
              </a:ext>
            </a:extLst>
          </p:cNvPr>
          <p:cNvSpPr txBox="1"/>
          <p:nvPr/>
        </p:nvSpPr>
        <p:spPr>
          <a:xfrm>
            <a:off x="2128903" y="3278271"/>
            <a:ext cx="747236" cy="31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71" b="1" dirty="0"/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C72813-C917-0005-F5AE-6F116F35A08E}"/>
              </a:ext>
            </a:extLst>
          </p:cNvPr>
          <p:cNvSpPr txBox="1"/>
          <p:nvPr/>
        </p:nvSpPr>
        <p:spPr>
          <a:xfrm>
            <a:off x="7348043" y="3234115"/>
            <a:ext cx="747236" cy="31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71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922720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19336B-E2A3-4213-F53A-92334D9F5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038181" cy="71651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7665FE-B983-ADA8-7FEB-91234E92CE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181" y="0"/>
            <a:ext cx="7038181" cy="716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31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6</Words>
  <Application>Microsoft Office PowerPoint</Application>
  <PresentationFormat>Custom</PresentationFormat>
  <Paragraphs>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Chintala Harshini</dc:creator>
  <cp:lastModifiedBy>Chintala Harshini</cp:lastModifiedBy>
  <cp:revision>1</cp:revision>
  <dcterms:created xsi:type="dcterms:W3CDTF">2026-08-26T16:30:24Z</dcterms:created>
  <dcterms:modified xsi:type="dcterms:W3CDTF">2026-08-26T16:55:36Z</dcterms:modified>
</cp:coreProperties>
</file>